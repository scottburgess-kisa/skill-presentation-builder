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5143500" cx="9144000"/>
  <p:notesSz cx="6799250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19">
          <p15:clr>
            <a:srgbClr val="A4A3A4"/>
          </p15:clr>
        </p15:guide>
        <p15:guide id="2" orient="horz" pos="2794">
          <p15:clr>
            <a:srgbClr val="A4A3A4"/>
          </p15:clr>
        </p15:guide>
        <p15:guide id="3" pos="340">
          <p15:clr>
            <a:srgbClr val="A4A3A4"/>
          </p15:clr>
        </p15:guide>
        <p15:guide id="4" pos="5375">
          <p15:clr>
            <a:srgbClr val="A4A3A4"/>
          </p15:clr>
        </p15:guide>
      </p15:sldGuideLst>
    </p:ext>
    <p:ext uri="GoogleSlidesCustomDataVersion2">
      <go:slidesCustomData xmlns:go="http://customooxmlschemas.google.com/" r:id="rId8" roundtripDataSignature="AMtx7mi6ugLt1jIAMggnuWoYKnp6MqrO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61E6FC-6477-46E6-879B-9021C250B360}">
  <a:tblStyle styleId="{5261E6FC-6477-46E6-879B-9021C250B36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F2E8"/>
          </a:solidFill>
        </a:fill>
      </a:tcStyle>
    </a:wholeTbl>
    <a:band1H>
      <a:tcTxStyle b="off" i="off"/>
      <a:tcStyle>
        <a:fill>
          <a:solidFill>
            <a:srgbClr val="CAE3C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E3CD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19" orient="horz"/>
        <p:guide pos="2794" orient="horz"/>
        <p:guide pos="340"/>
        <p:guide pos="537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1275" y="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4713" cy="33512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78375"/>
            <a:ext cx="5440363" cy="3910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31338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50" spcFirstLastPara="1" rIns="91450" wrap="square" tIns="45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1275" y="9431338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50" spcFirstLastPara="1" rIns="91450" wrap="square" tIns="4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79450" y="4778375"/>
            <a:ext cx="5440363" cy="3910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422275" y="1241425"/>
            <a:ext cx="5954713" cy="33512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no graphics) - Green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75" y="0"/>
            <a:ext cx="91376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3"/>
          <p:cNvSpPr txBox="1"/>
          <p:nvPr>
            <p:ph type="ctrTitle"/>
          </p:nvPr>
        </p:nvSpPr>
        <p:spPr>
          <a:xfrm>
            <a:off x="431800" y="1301754"/>
            <a:ext cx="6081104" cy="911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subTitle"/>
          </p:nvPr>
        </p:nvSpPr>
        <p:spPr>
          <a:xfrm>
            <a:off x="431800" y="2282431"/>
            <a:ext cx="6081104" cy="74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439738" y="350838"/>
            <a:ext cx="82645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Green" showMasterSp="0">
  <p:cSld name="Title Slide - Gree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75" y="0"/>
            <a:ext cx="91376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5"/>
          <p:cNvSpPr txBox="1"/>
          <p:nvPr>
            <p:ph type="ctrTitle"/>
          </p:nvPr>
        </p:nvSpPr>
        <p:spPr>
          <a:xfrm>
            <a:off x="431800" y="1625604"/>
            <a:ext cx="6081104" cy="911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" type="subTitle"/>
          </p:nvPr>
        </p:nvSpPr>
        <p:spPr>
          <a:xfrm>
            <a:off x="431800" y="2606281"/>
            <a:ext cx="6081104" cy="74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White" showMasterSp="0">
  <p:cSld name="Title Slide - White">
    <p:bg>
      <p:bgPr>
        <a:solidFill>
          <a:schemeClr val="lt1">
            <a:alpha val="98823"/>
          </a:schemeClr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75" y="0"/>
            <a:ext cx="91376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6"/>
          <p:cNvSpPr txBox="1"/>
          <p:nvPr>
            <p:ph type="ctrTitle"/>
          </p:nvPr>
        </p:nvSpPr>
        <p:spPr>
          <a:xfrm>
            <a:off x="431800" y="1892304"/>
            <a:ext cx="6081104" cy="911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subTitle"/>
          </p:nvPr>
        </p:nvSpPr>
        <p:spPr>
          <a:xfrm>
            <a:off x="431800" y="2872981"/>
            <a:ext cx="6081104" cy="74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no graphics) - White" showMasterSp="0">
  <p:cSld name="Title Slide (no graphics) - Whit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75" y="0"/>
            <a:ext cx="91376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7"/>
          <p:cNvSpPr txBox="1"/>
          <p:nvPr>
            <p:ph type="ctrTitle"/>
          </p:nvPr>
        </p:nvSpPr>
        <p:spPr>
          <a:xfrm>
            <a:off x="431800" y="1711329"/>
            <a:ext cx="6081104" cy="911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" type="subTitle"/>
          </p:nvPr>
        </p:nvSpPr>
        <p:spPr>
          <a:xfrm>
            <a:off x="431800" y="2692006"/>
            <a:ext cx="6081104" cy="74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or Statistic" showMasterSp="0">
  <p:cSld name="Quote or Statistic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18"/>
          <p:cNvGrpSpPr/>
          <p:nvPr/>
        </p:nvGrpSpPr>
        <p:grpSpPr>
          <a:xfrm>
            <a:off x="0" y="0"/>
            <a:ext cx="9144000" cy="5164138"/>
            <a:chOff x="0" y="0"/>
            <a:chExt cx="9144000" cy="5164038"/>
          </a:xfrm>
        </p:grpSpPr>
        <p:sp>
          <p:nvSpPr>
            <p:cNvPr id="37" name="Google Shape;37;p18"/>
            <p:cNvSpPr/>
            <p:nvPr/>
          </p:nvSpPr>
          <p:spPr>
            <a:xfrm>
              <a:off x="0" y="4055984"/>
              <a:ext cx="7342188" cy="110805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8"/>
            <p:cNvSpPr/>
            <p:nvPr/>
          </p:nvSpPr>
          <p:spPr>
            <a:xfrm>
              <a:off x="7342188" y="0"/>
              <a:ext cx="1801812" cy="516403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8"/>
            <p:cNvSpPr/>
            <p:nvPr/>
          </p:nvSpPr>
          <p:spPr>
            <a:xfrm rot="10800000">
              <a:off x="644525" y="3833739"/>
              <a:ext cx="727075" cy="396867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0" name="Google Shape;40;p18"/>
          <p:cNvCxnSpPr/>
          <p:nvPr/>
        </p:nvCxnSpPr>
        <p:spPr>
          <a:xfrm>
            <a:off x="554038" y="4789488"/>
            <a:ext cx="814228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1" name="Google Shape;4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8750" y="2643188"/>
            <a:ext cx="823913" cy="14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8"/>
          <p:cNvSpPr txBox="1"/>
          <p:nvPr>
            <p:ph type="title"/>
          </p:nvPr>
        </p:nvSpPr>
        <p:spPr>
          <a:xfrm>
            <a:off x="414339" y="1082279"/>
            <a:ext cx="6388309" cy="2961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5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or Statistic Outline" showMasterSp="0">
  <p:cSld name="Quote or Statistic Outlin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p19"/>
          <p:cNvCxnSpPr/>
          <p:nvPr/>
        </p:nvCxnSpPr>
        <p:spPr>
          <a:xfrm>
            <a:off x="554038" y="4789488"/>
            <a:ext cx="814228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" name="Google Shape;47;p19"/>
          <p:cNvSpPr/>
          <p:nvPr/>
        </p:nvSpPr>
        <p:spPr>
          <a:xfrm rot="10800000">
            <a:off x="0" y="6350"/>
            <a:ext cx="7351713" cy="4144963"/>
          </a:xfrm>
          <a:custGeom>
            <a:rect b="b" l="l" r="r" t="t"/>
            <a:pathLst>
              <a:path extrusionOk="0" h="4144567" w="7352475">
                <a:moveTo>
                  <a:pt x="7352475" y="4144566"/>
                </a:moveTo>
                <a:lnTo>
                  <a:pt x="0" y="4144567"/>
                </a:lnTo>
                <a:cubicBezTo>
                  <a:pt x="3958" y="2821308"/>
                  <a:pt x="7917" y="1498048"/>
                  <a:pt x="11875" y="174789"/>
                </a:cubicBezTo>
                <a:lnTo>
                  <a:pt x="6184438" y="174789"/>
                </a:lnTo>
                <a:lnTo>
                  <a:pt x="6344412" y="0"/>
                </a:lnTo>
                <a:lnTo>
                  <a:pt x="6504386" y="174789"/>
                </a:lnTo>
                <a:lnTo>
                  <a:pt x="7352475" y="174789"/>
                </a:lnTo>
                <a:lnTo>
                  <a:pt x="7352475" y="4144566"/>
                </a:lnTo>
                <a:close/>
              </a:path>
            </a:pathLst>
          </a:custGeom>
          <a:noFill/>
          <a:ln cap="flat" cmpd="sng" w="254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8750" y="2563813"/>
            <a:ext cx="823913" cy="14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9"/>
          <p:cNvSpPr txBox="1"/>
          <p:nvPr>
            <p:ph type="title"/>
          </p:nvPr>
        </p:nvSpPr>
        <p:spPr>
          <a:xfrm>
            <a:off x="414339" y="1082279"/>
            <a:ext cx="6388309" cy="2961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50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0"/>
          <p:cNvSpPr txBox="1"/>
          <p:nvPr>
            <p:ph type="title"/>
          </p:nvPr>
        </p:nvSpPr>
        <p:spPr>
          <a:xfrm>
            <a:off x="439738" y="350838"/>
            <a:ext cx="82645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" type="body"/>
          </p:nvPr>
        </p:nvSpPr>
        <p:spPr>
          <a:xfrm>
            <a:off x="439743" y="1155600"/>
            <a:ext cx="8264525" cy="3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ubtitle and Content">
  <p:cSld name="Title Subtitle and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type="title"/>
          </p:nvPr>
        </p:nvSpPr>
        <p:spPr>
          <a:xfrm>
            <a:off x="439738" y="350838"/>
            <a:ext cx="82645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" type="body"/>
          </p:nvPr>
        </p:nvSpPr>
        <p:spPr>
          <a:xfrm>
            <a:off x="439743" y="1155600"/>
            <a:ext cx="8264525" cy="3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2" type="body"/>
          </p:nvPr>
        </p:nvSpPr>
        <p:spPr>
          <a:xfrm>
            <a:off x="439743" y="847168"/>
            <a:ext cx="8264525" cy="225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0" sz="2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and Icon">
  <p:cSld name="Title and Content and Ic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/>
          <p:nvPr>
            <p:ph type="title"/>
          </p:nvPr>
        </p:nvSpPr>
        <p:spPr>
          <a:xfrm>
            <a:off x="439738" y="350838"/>
            <a:ext cx="82645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" type="body"/>
          </p:nvPr>
        </p:nvSpPr>
        <p:spPr>
          <a:xfrm>
            <a:off x="439738" y="1155600"/>
            <a:ext cx="6940800" cy="3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ubtitle and Content and Icon">
  <p:cSld name="Title Subtitle and Content and Ic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39738" y="350838"/>
            <a:ext cx="82645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>
            <a:off x="439738" y="1155600"/>
            <a:ext cx="6940800" cy="3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2" type="body"/>
          </p:nvPr>
        </p:nvSpPr>
        <p:spPr>
          <a:xfrm>
            <a:off x="439743" y="847803"/>
            <a:ext cx="8264525" cy="225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0" sz="2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>
            <a:off x="439738" y="350838"/>
            <a:ext cx="82645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>
            <a:off x="439738" y="1155600"/>
            <a:ext cx="4075112" cy="3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2" type="body"/>
          </p:nvPr>
        </p:nvSpPr>
        <p:spPr>
          <a:xfrm>
            <a:off x="4629154" y="1155600"/>
            <a:ext cx="4075113" cy="3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/>
          <p:nvPr>
            <p:ph type="title"/>
          </p:nvPr>
        </p:nvSpPr>
        <p:spPr>
          <a:xfrm>
            <a:off x="439200" y="353922"/>
            <a:ext cx="8265600" cy="36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" type="body"/>
          </p:nvPr>
        </p:nvSpPr>
        <p:spPr>
          <a:xfrm>
            <a:off x="439200" y="847800"/>
            <a:ext cx="4039394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0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3" name="Google Shape;83;p25"/>
          <p:cNvSpPr txBox="1"/>
          <p:nvPr>
            <p:ph idx="2" type="body"/>
          </p:nvPr>
        </p:nvSpPr>
        <p:spPr>
          <a:xfrm>
            <a:off x="439200" y="1155600"/>
            <a:ext cx="4039394" cy="3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3" type="body"/>
          </p:nvPr>
        </p:nvSpPr>
        <p:spPr>
          <a:xfrm>
            <a:off x="4629150" y="847800"/>
            <a:ext cx="407565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0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25"/>
          <p:cNvSpPr txBox="1"/>
          <p:nvPr>
            <p:ph idx="4" type="body"/>
          </p:nvPr>
        </p:nvSpPr>
        <p:spPr>
          <a:xfrm>
            <a:off x="4629150" y="1155600"/>
            <a:ext cx="4075650" cy="3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5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Bar and Content">
  <p:cSld name="Side Bar and Conte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6"/>
          <p:cNvSpPr txBox="1"/>
          <p:nvPr>
            <p:ph type="title"/>
          </p:nvPr>
        </p:nvSpPr>
        <p:spPr>
          <a:xfrm>
            <a:off x="439739" y="360272"/>
            <a:ext cx="2592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" type="body"/>
          </p:nvPr>
        </p:nvSpPr>
        <p:spPr>
          <a:xfrm>
            <a:off x="439738" y="1140621"/>
            <a:ext cx="2592000" cy="348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6"/>
          <p:cNvSpPr txBox="1"/>
          <p:nvPr>
            <p:ph idx="2" type="body"/>
          </p:nvPr>
        </p:nvSpPr>
        <p:spPr>
          <a:xfrm>
            <a:off x="3187057" y="357188"/>
            <a:ext cx="5517206" cy="427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Bar Sub Title and Content">
  <p:cSld name="Side Bar Sub Title and Conte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 txBox="1"/>
          <p:nvPr>
            <p:ph type="title"/>
          </p:nvPr>
        </p:nvSpPr>
        <p:spPr>
          <a:xfrm>
            <a:off x="439200" y="359612"/>
            <a:ext cx="2592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1" type="body"/>
          </p:nvPr>
        </p:nvSpPr>
        <p:spPr>
          <a:xfrm>
            <a:off x="439200" y="847800"/>
            <a:ext cx="25920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0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7" name="Google Shape;97;p27"/>
          <p:cNvSpPr txBox="1"/>
          <p:nvPr>
            <p:ph idx="2" type="body"/>
          </p:nvPr>
        </p:nvSpPr>
        <p:spPr>
          <a:xfrm>
            <a:off x="439200" y="1155600"/>
            <a:ext cx="2592000" cy="3501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b="1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3" type="body"/>
          </p:nvPr>
        </p:nvSpPr>
        <p:spPr>
          <a:xfrm>
            <a:off x="3181756" y="357189"/>
            <a:ext cx="5523044" cy="4285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7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and Content">
  <p:cSld name="Caption and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/>
          <p:nvPr/>
        </p:nvSpPr>
        <p:spPr>
          <a:xfrm rot="10800000">
            <a:off x="441325" y="4198938"/>
            <a:ext cx="727075" cy="296862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8"/>
          <p:cNvSpPr txBox="1"/>
          <p:nvPr>
            <p:ph idx="1" type="body"/>
          </p:nvPr>
        </p:nvSpPr>
        <p:spPr>
          <a:xfrm>
            <a:off x="449263" y="357188"/>
            <a:ext cx="2077200" cy="400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2" type="body"/>
          </p:nvPr>
        </p:nvSpPr>
        <p:spPr>
          <a:xfrm>
            <a:off x="2674621" y="357189"/>
            <a:ext cx="6029642" cy="427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8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8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9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39738" y="350838"/>
            <a:ext cx="82645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39738" y="1155700"/>
            <a:ext cx="8264525" cy="3478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1" type="ftr"/>
          </p:nvPr>
        </p:nvSpPr>
        <p:spPr>
          <a:xfrm>
            <a:off x="458788" y="4767263"/>
            <a:ext cx="56753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2" type="sldNum"/>
          </p:nvPr>
        </p:nvSpPr>
        <p:spPr>
          <a:xfrm>
            <a:off x="8391525" y="4767263"/>
            <a:ext cx="411163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" name="Google Shape;14;p12"/>
          <p:cNvCxnSpPr/>
          <p:nvPr/>
        </p:nvCxnSpPr>
        <p:spPr>
          <a:xfrm>
            <a:off x="554038" y="4789488"/>
            <a:ext cx="814228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A33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/>
          <p:nvPr>
            <p:ph type="ctrTitle"/>
          </p:nvPr>
        </p:nvSpPr>
        <p:spPr>
          <a:xfrm>
            <a:off x="431799" y="1438371"/>
            <a:ext cx="8550070" cy="1678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GB" sz="3200"/>
            </a:br>
            <a:br>
              <a:rPr lang="en-GB" sz="3200"/>
            </a:br>
            <a:br>
              <a:rPr lang="en-GB" sz="3200"/>
            </a:br>
            <a:r>
              <a:rPr i="1" lang="en-GB" sz="3200"/>
              <a:t>SOW_EQE_0140 </a:t>
            </a:r>
            <a:br>
              <a:rPr i="1" lang="en-GB" sz="3200"/>
            </a:br>
            <a:r>
              <a:rPr i="1" lang="en-GB" sz="3200"/>
              <a:t>LAP AI Common Platform Discovery &amp; Alpha</a:t>
            </a:r>
            <a:br>
              <a:rPr i="1" lang="en-GB" sz="3200"/>
            </a:br>
            <a:r>
              <a:rPr lang="en-GB" sz="3200"/>
              <a:t>SoW Closure Report</a:t>
            </a:r>
            <a:endParaRPr i="1" sz="2400"/>
          </a:p>
        </p:txBody>
      </p:sp>
      <p:sp>
        <p:nvSpPr>
          <p:cNvPr id="115" name="Google Shape;115;p1"/>
          <p:cNvSpPr txBox="1"/>
          <p:nvPr>
            <p:ph idx="1" type="subTitle"/>
          </p:nvPr>
        </p:nvSpPr>
        <p:spPr>
          <a:xfrm>
            <a:off x="431799" y="3116395"/>
            <a:ext cx="6081104" cy="393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i="1" lang="en-GB"/>
              <a:t>Equal Experts</a:t>
            </a:r>
            <a:endParaRPr/>
          </a:p>
        </p:txBody>
      </p:sp>
      <p:graphicFrame>
        <p:nvGraphicFramePr>
          <p:cNvPr id="116" name="Google Shape;116;p1"/>
          <p:cNvGraphicFramePr/>
          <p:nvPr/>
        </p:nvGraphicFramePr>
        <p:xfrm>
          <a:off x="268633" y="36787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{5261E6FC-6477-46E6-879B-9021C250B360}</a:tableStyleId>
              </a:tblPr>
              <a:tblGrid>
                <a:gridCol w="992275"/>
                <a:gridCol w="3200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Author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FF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dk1"/>
                          </a:solidFill>
                        </a:rPr>
                        <a:t>Scott Burgess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FFD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FF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26/03/2026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FFD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</a:rPr>
                        <a:t>Version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FF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chemeClr val="dk1"/>
                          </a:solidFill>
                        </a:rPr>
                        <a:t>1.0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FFD2"/>
                    </a:solidFill>
                  </a:tcPr>
                </a:tc>
              </a:tr>
            </a:tbl>
          </a:graphicData>
        </a:graphic>
      </p:graphicFrame>
      <p:pic>
        <p:nvPicPr>
          <p:cNvPr id="117" name="Google Shape;1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8345" y="426187"/>
            <a:ext cx="2033524" cy="5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ra-powerpoint-template-3">
  <a:themeElements>
    <a:clrScheme name="Defra palette">
      <a:dk1>
        <a:srgbClr val="000000"/>
      </a:dk1>
      <a:lt1>
        <a:srgbClr val="FFFFFF"/>
      </a:lt1>
      <a:dk2>
        <a:srgbClr val="00AF41"/>
      </a:dk2>
      <a:lt2>
        <a:srgbClr val="FFFFFF"/>
      </a:lt2>
      <a:accent1>
        <a:srgbClr val="00AF41"/>
      </a:accent1>
      <a:accent2>
        <a:srgbClr val="8FBF41"/>
      </a:accent2>
      <a:accent3>
        <a:srgbClr val="FFD500"/>
      </a:accent3>
      <a:accent4>
        <a:srgbClr val="DE2B29"/>
      </a:accent4>
      <a:accent5>
        <a:srgbClr val="F59A00"/>
      </a:accent5>
      <a:accent6>
        <a:srgbClr val="007BC4"/>
      </a:accent6>
      <a:hlink>
        <a:srgbClr val="D51067"/>
      </a:hlink>
      <a:folHlink>
        <a:srgbClr val="6D30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2016-01-29T13:27:10Z</dcterms:created>
  <dc:creator>Pearson, Haydn (NE)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lc_EmailSentUTC">
    <vt:lpwstr/>
  </property>
  <property fmtid="{D5CDD505-2E9C-101B-9397-08002B2CF9AE}" pid="3" name="peb8f3fab875401ca34a9f28cac46400">
    <vt:lpwstr/>
  </property>
  <property fmtid="{D5CDD505-2E9C-101B-9397-08002B2CF9AE}" pid="4" name="dlc_EmailReceivedUTC">
    <vt:lpwstr/>
  </property>
  <property fmtid="{D5CDD505-2E9C-101B-9397-08002B2CF9AE}" pid="5" name="dlc_EmailFrom">
    <vt:lpwstr/>
  </property>
  <property fmtid="{D5CDD505-2E9C-101B-9397-08002B2CF9AE}" pid="6" name="dlc_EmailCC">
    <vt:lpwstr/>
  </property>
  <property fmtid="{D5CDD505-2E9C-101B-9397-08002B2CF9AE}" pid="7" name="dlc_EmailSubject">
    <vt:lpwstr/>
  </property>
  <property fmtid="{D5CDD505-2E9C-101B-9397-08002B2CF9AE}" pid="8" name="TaxCatchAll">
    <vt:lpwstr/>
  </property>
  <property fmtid="{D5CDD505-2E9C-101B-9397-08002B2CF9AE}" pid="9" name="dlc_EmailTo">
    <vt:lpwstr/>
  </property>
  <property fmtid="{D5CDD505-2E9C-101B-9397-08002B2CF9AE}" pid="10" name="bcb1675984d34ae3a1ed6b6e433c98de">
    <vt:lpwstr/>
  </property>
  <property fmtid="{D5CDD505-2E9C-101B-9397-08002B2CF9AE}" pid="11" name="_dlc_DocId">
    <vt:lpwstr>CONTENTCLOUD-190616497-11407</vt:lpwstr>
  </property>
  <property fmtid="{D5CDD505-2E9C-101B-9397-08002B2CF9AE}" pid="12" name="_dlc_DocIdItemGuid">
    <vt:lpwstr>2b4d11c0-9f29-4a7f-9b22-7c62f6dfdb4b</vt:lpwstr>
  </property>
  <property fmtid="{D5CDD505-2E9C-101B-9397-08002B2CF9AE}" pid="13" name="_dlc_DocIdUrl">
    <vt:lpwstr>https://defra.sharepoint.com/sites/def-contentcloud/_layouts/15/DocIdRedir.aspx?ID=CONTENTCLOUD-190616497-11407, CONTENTCLOUD-190616497-11407</vt:lpwstr>
  </property>
  <property fmtid="{D5CDD505-2E9C-101B-9397-08002B2CF9AE}" pid="14" name="DLCPolicyLabelValue">
    <vt:lpwstr>1.0</vt:lpwstr>
  </property>
  <property fmtid="{D5CDD505-2E9C-101B-9397-08002B2CF9AE}" pid="15" name="display_urn:schemas-microsoft-com:office:office#ContentCloud_ContentAssurer">
    <vt:lpwstr>Blacktin, Wayne</vt:lpwstr>
  </property>
  <property fmtid="{D5CDD505-2E9C-101B-9397-08002B2CF9AE}" pid="16" name="display_urn:schemas-microsoft-com:office:office#ContentCloud_Author">
    <vt:lpwstr>Redding, Laura</vt:lpwstr>
  </property>
  <property fmtid="{D5CDD505-2E9C-101B-9397-08002B2CF9AE}" pid="17" name="display_urn:schemas-microsoft-com:office:office#ContentCloud_Approver1">
    <vt:lpwstr>Redding, Laura</vt:lpwstr>
  </property>
  <property fmtid="{D5CDD505-2E9C-101B-9397-08002B2CF9AE}" pid="18" name="display_urn:schemas-microsoft-com:office:office#ContentCloud_SRO">
    <vt:lpwstr>Coughlin, Tasnim</vt:lpwstr>
  </property>
  <property fmtid="{D5CDD505-2E9C-101B-9397-08002B2CF9AE}" pid="19" name="display_urn:schemas-microsoft-com:office:office#ContentCloud_PrimaryContact">
    <vt:lpwstr>Broadhurst, Nigel</vt:lpwstr>
  </property>
  <property fmtid="{D5CDD505-2E9C-101B-9397-08002B2CF9AE}" pid="20" name="ContentTypeId">
    <vt:lpwstr>0x0101000946287E9F912B46BBF8955308CEA033</vt:lpwstr>
  </property>
  <property fmtid="{D5CDD505-2E9C-101B-9397-08002B2CF9AE}" pid="21" name="_ip_UnifiedCompliancePolicyUIAction">
    <vt:lpwstr/>
  </property>
  <property fmtid="{D5CDD505-2E9C-101B-9397-08002B2CF9AE}" pid="22" name="_ip_UnifiedCompliancePolicyProperties">
    <vt:lpwstr/>
  </property>
  <property fmtid="{D5CDD505-2E9C-101B-9397-08002B2CF9AE}" pid="23" name="MediaServiceImageTags">
    <vt:lpwstr/>
  </property>
</Properties>
</file>